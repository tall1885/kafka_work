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12192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1" d="100"/>
          <a:sy n="61" d="100"/>
        </p:scale>
        <p:origin x="2952" y="60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69C0C-FF0C-4830-B884-415DEE2CE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06BE91A-64C9-413A-9483-AAC68D509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1F6D77-A03B-4970-A319-F35EC464E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D20-C0BA-4A80-8125-018B24AB0CA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7A5843-E454-47C8-8B4F-E325FCC36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31379-BB9C-4468-93E8-80E3F9DF6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2144C-CAD7-4A2F-BF19-D275E4C7DB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494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0A8D3-97D9-4122-90AC-33A9219C8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53C5C0-E3C3-41E4-A939-C8E38C57E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988537-6821-44A8-A970-BE63CB363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D20-C0BA-4A80-8125-018B24AB0CA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D27FE8-C0C2-49D7-9B95-3751838D5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71BC95-AA6A-40BE-8470-D8B683945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2144C-CAD7-4A2F-BF19-D275E4C7DB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072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EC11A3-57F8-4247-B082-CD86EF9C7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3B0858-6E22-4D27-BC5D-938B26B9B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AEB14F-C68D-4124-82C1-A0A8DCAF7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D20-C0BA-4A80-8125-018B24AB0CA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8A6B1B-08CF-4086-86A8-CF793ACB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8E8424-1654-49D1-8C0A-7F0077C2D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2144C-CAD7-4A2F-BF19-D275E4C7DB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402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5E651-E23B-420F-9D2B-BF5C1E8E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E60C3-F9CD-48DC-B216-996950C4B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BA9E30-D73F-4CE5-88BF-8168ABDA9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5F998C-1220-42A4-B83A-A64B2096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D20-C0BA-4A80-8125-018B24AB0CA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25D27C-B852-4908-A969-F543D164B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5D6263-2C3E-4FF0-8F1D-94AA4098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2144C-CAD7-4A2F-BF19-D275E4C7DB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108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FC12C-DA5C-4E8E-B833-348112944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D9FEF4-6590-49DD-9357-EC2D3F8EA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3D99E4-EB3E-497F-8820-3CE284D1B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F070F4-AA11-4557-AD8F-4F65C695FE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7BD452-B31B-4400-9165-5279D7128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632AE5-041F-444F-99C8-C5973466D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D20-C0BA-4A80-8125-018B24AB0CA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5CEFF46-E2D1-4AE7-BBD3-293AE3562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8045826-2525-40BB-BEAE-972214D65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2144C-CAD7-4A2F-BF19-D275E4C7DB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598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AD9CE-06AD-4197-B015-3A9B508F5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824C82-A7C3-4566-9D23-77FC38099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D20-C0BA-4A80-8125-018B24AB0CA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8B764A-C21B-4E78-BB05-F9A33846E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13130F-A542-4D19-838D-8F53A6DD5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2144C-CAD7-4A2F-BF19-D275E4C7DB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278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5376B00-CEEF-43AE-B7DB-992BF4EC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D20-C0BA-4A80-8125-018B24AB0CA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E4D015F-3DD3-4035-A2BE-87983E75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E36E8-F22F-463C-918B-9587A0BA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2144C-CAD7-4A2F-BF19-D275E4C7DB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23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5CE8A-EB1D-41ED-B4E3-B4C9AFF20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B0C560-AAAE-4DAF-BFDE-2D74332D1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49031E-4B28-4C8A-896F-4C12B7065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2F5940-0470-44BE-9BB0-96F3052FE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D20-C0BA-4A80-8125-018B24AB0CA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BF1F2D-7955-469D-ABC3-E3D30708D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E3742E-F532-4859-BF42-76C906B1C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2144C-CAD7-4A2F-BF19-D275E4C7DB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63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804223-0A1D-4E92-85BE-C3B2DC3C1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2170E98-615D-421D-8278-A977E9FB3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0A94C8-F53F-4358-A16E-870869494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E6917A-A173-4AAF-8690-586D4BB8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D20-C0BA-4A80-8125-018B24AB0CA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A1BA2A-065D-45C2-B5C4-8135CFFE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D73719-DCA2-47EC-9ED0-A310584C8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2144C-CAD7-4A2F-BF19-D275E4C7DB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440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6C490-97AD-472D-AF18-EA2CA32DF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A0981A-89D3-4B92-B1A0-5B27FC5E3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5AF778-6184-45DE-9A89-3521E771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D20-C0BA-4A80-8125-018B24AB0CA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0A9FE-615B-415E-BBBE-64AC5E665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4BAA56-D4F5-42BB-8D16-73217E35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2144C-CAD7-4A2F-BF19-D275E4C7DB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025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0EF3B76-E463-4FC1-BD25-ADF91927B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C95852-9048-4D8C-B795-A30E9F141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DD5540-A8D4-47AA-A372-96790F22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D20-C0BA-4A80-8125-018B24AB0CA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B62771-D168-44F8-91E9-5DF249D6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69765A-6C49-45B0-956C-8E8AD4A2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2144C-CAD7-4A2F-BF19-D275E4C7DB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580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76B4A4-8D29-41AA-AF53-7FE2D356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2FD542-CBAA-4FA6-82AA-2743E7646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73633A-0AB6-4558-8187-E4058E13A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3FD20-C0BA-4A80-8125-018B24AB0CA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F89C5A-55DD-47F3-99DB-4F136F065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2B48E3-7E0D-41BE-AD2C-06EC2DA53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2144C-CAD7-4A2F-BF19-D275E4C7DB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22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D8D5065-D25F-4E35-9270-E9C73C0CD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17" y="644939"/>
            <a:ext cx="2806262" cy="450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900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박규남</dc:creator>
  <cp:lastModifiedBy>박규남</cp:lastModifiedBy>
  <cp:revision>3</cp:revision>
  <cp:lastPrinted>2026-09-22T01:04:44Z</cp:lastPrinted>
  <dcterms:created xsi:type="dcterms:W3CDTF">2026-09-22T00:24:59Z</dcterms:created>
  <dcterms:modified xsi:type="dcterms:W3CDTF">2026-09-22T01:04:52Z</dcterms:modified>
</cp:coreProperties>
</file>